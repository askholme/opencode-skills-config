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5DSlsX1BGNo231oI161GI6b8J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">
  <p:cSld name="Title Slide A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red background&#10;&#10;AI-generated content may be incorrect." id="14" name="Google Shape;1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438190"/>
            <a:ext cx="12192000" cy="541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/>
          <p:nvPr>
            <p:ph type="ctrTitle"/>
          </p:nvPr>
        </p:nvSpPr>
        <p:spPr>
          <a:xfrm>
            <a:off x="1269507" y="2355789"/>
            <a:ext cx="760816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" type="subTitle"/>
          </p:nvPr>
        </p:nvSpPr>
        <p:spPr>
          <a:xfrm>
            <a:off x="1269506" y="3794052"/>
            <a:ext cx="7608165" cy="104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8"/>
          <p:cNvSpPr/>
          <p:nvPr/>
        </p:nvSpPr>
        <p:spPr>
          <a:xfrm>
            <a:off x="0" y="-1"/>
            <a:ext cx="12192000" cy="18200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8"/>
          <p:cNvSpPr/>
          <p:nvPr/>
        </p:nvSpPr>
        <p:spPr>
          <a:xfrm>
            <a:off x="-1" y="0"/>
            <a:ext cx="452761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8"/>
          <p:cNvSpPr/>
          <p:nvPr/>
        </p:nvSpPr>
        <p:spPr>
          <a:xfrm>
            <a:off x="11739239" y="0"/>
            <a:ext cx="452761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8"/>
          <p:cNvSpPr/>
          <p:nvPr/>
        </p:nvSpPr>
        <p:spPr>
          <a:xfrm>
            <a:off x="-1" y="5037920"/>
            <a:ext cx="12192000" cy="18200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white logo&#10;&#10;AI-generated content may be incorrect." id="21" name="Google Shape;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7467" y="1020118"/>
            <a:ext cx="2483255" cy="124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 txBox="1"/>
          <p:nvPr>
            <p:ph idx="2" type="body"/>
          </p:nvPr>
        </p:nvSpPr>
        <p:spPr>
          <a:xfrm>
            <a:off x="1269507" y="5735523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"/>
          <p:cNvSpPr/>
          <p:nvPr>
            <p:ph idx="3" type="pic"/>
          </p:nvPr>
        </p:nvSpPr>
        <p:spPr>
          <a:xfrm>
            <a:off x="9436964" y="5407858"/>
            <a:ext cx="2175600" cy="9315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3 Rust">
  <p:cSld name="K - 1/3 Rus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>
            <p:ph idx="2" type="pic"/>
          </p:nvPr>
        </p:nvSpPr>
        <p:spPr>
          <a:xfrm>
            <a:off x="4068001" y="0"/>
            <a:ext cx="812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9"/>
          <p:cNvSpPr/>
          <p:nvPr/>
        </p:nvSpPr>
        <p:spPr>
          <a:xfrm>
            <a:off x="0" y="0"/>
            <a:ext cx="4068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4392000" y="647999"/>
            <a:ext cx="7152000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Title and Content">
  <p:cSld name="K - Title and Conten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646800" y="2087999"/>
            <a:ext cx="108972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2 columns">
  <p:cSld name="K - 2 columns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46800" y="2087999"/>
            <a:ext cx="4968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1"/>
          <p:cNvSpPr txBox="1"/>
          <p:nvPr>
            <p:ph idx="2" type="body"/>
          </p:nvPr>
        </p:nvSpPr>
        <p:spPr>
          <a:xfrm>
            <a:off x="6577200" y="2087999"/>
            <a:ext cx="4968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urple" type="secHead">
  <p:cSld name="SECTION_HEADER">
    <p:bg>
      <p:bgPr>
        <a:solidFill>
          <a:schemeClr val="accen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646800" y="2734282"/>
            <a:ext cx="1089720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  <a:defRPr sz="6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646800" y="4589463"/>
            <a:ext cx="10897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Play"/>
              <a:buNone/>
              <a:defRPr sz="2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2000"/>
              <a:buNone/>
              <a:defRPr sz="2000">
                <a:solidFill>
                  <a:srgbClr val="888B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800"/>
              <a:buNone/>
              <a:defRPr sz="1800">
                <a:solidFill>
                  <a:srgbClr val="888B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">
  <p:cSld name="Title Slide B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and blue background&#10;&#10;AI-generated content may be incorrect." id="44" name="Google Shape;4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438190"/>
            <a:ext cx="12192000" cy="54198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 txBox="1"/>
          <p:nvPr>
            <p:ph type="ctrTitle"/>
          </p:nvPr>
        </p:nvSpPr>
        <p:spPr>
          <a:xfrm>
            <a:off x="1269507" y="2355789"/>
            <a:ext cx="760816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subTitle"/>
          </p:nvPr>
        </p:nvSpPr>
        <p:spPr>
          <a:xfrm>
            <a:off x="1269506" y="3794052"/>
            <a:ext cx="7608165" cy="104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3"/>
          <p:cNvSpPr/>
          <p:nvPr/>
        </p:nvSpPr>
        <p:spPr>
          <a:xfrm>
            <a:off x="0" y="-1"/>
            <a:ext cx="12192000" cy="1820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-1" y="0"/>
            <a:ext cx="452761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11739239" y="0"/>
            <a:ext cx="452761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3"/>
          <p:cNvSpPr/>
          <p:nvPr/>
        </p:nvSpPr>
        <p:spPr>
          <a:xfrm>
            <a:off x="-1" y="5037920"/>
            <a:ext cx="12192000" cy="1820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1269507" y="5735523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3" type="pic"/>
          </p:nvPr>
        </p:nvSpPr>
        <p:spPr>
          <a:xfrm>
            <a:off x="9436964" y="5407858"/>
            <a:ext cx="2175600" cy="931555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and white logo&#10;&#10;AI-generated content may be incorrect."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7467" y="1020118"/>
            <a:ext cx="2483255" cy="12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">
  <p:cSld name="Title Slide C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" y="6453962"/>
            <a:ext cx="12192001" cy="4040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red and blue background&#10;&#10;AI-generated content may be incorrect.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"/>
            <a:ext cx="12192000" cy="685114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9803219" y="-2"/>
            <a:ext cx="2388781" cy="68580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" y="0"/>
            <a:ext cx="668785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9936701" y="5407858"/>
            <a:ext cx="2175600" cy="931555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and white logo&#10;&#10;AI-generated content may be incorrect."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3832" y="5055749"/>
            <a:ext cx="2015395" cy="10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" type="body"/>
          </p:nvPr>
        </p:nvSpPr>
        <p:spPr>
          <a:xfrm rot="-5400000">
            <a:off x="-1243150" y="4390919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1269507" y="1664668"/>
            <a:ext cx="760816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3" type="subTitle"/>
          </p:nvPr>
        </p:nvSpPr>
        <p:spPr>
          <a:xfrm>
            <a:off x="1269506" y="3304952"/>
            <a:ext cx="7608165" cy="104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">
  <p:cSld name="Title Slide D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-1" y="6453962"/>
            <a:ext cx="12192001" cy="4040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red and blue background&#10;&#10;AI-generated content may be incorrect."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"/>
            <a:ext cx="12192000" cy="685114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4742122" y="297712"/>
            <a:ext cx="7155712" cy="62306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9479500" y="5365326"/>
            <a:ext cx="2175600" cy="931555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and white logo&#10;&#10;AI-generated content may be incorrect."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57" y="696400"/>
            <a:ext cx="2015395" cy="10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ctrTitle"/>
          </p:nvPr>
        </p:nvSpPr>
        <p:spPr>
          <a:xfrm>
            <a:off x="5380073" y="2556439"/>
            <a:ext cx="6166884" cy="10586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5380074" y="3689498"/>
            <a:ext cx="6166883" cy="65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15"/>
          <p:cNvSpPr txBox="1"/>
          <p:nvPr>
            <p:ph idx="3" type="body"/>
          </p:nvPr>
        </p:nvSpPr>
        <p:spPr>
          <a:xfrm>
            <a:off x="5380074" y="5982776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E">
  <p:cSld name="Title Slide E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green dotted background&#10;&#10;AI-generated content may be incorrect." id="74" name="Google Shape;7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25"/>
            <a:ext cx="12192000" cy="68511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4742122" y="297712"/>
            <a:ext cx="7155712" cy="62306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>
            <p:ph idx="2" type="pic"/>
          </p:nvPr>
        </p:nvSpPr>
        <p:spPr>
          <a:xfrm>
            <a:off x="9479500" y="5365326"/>
            <a:ext cx="2175600" cy="93155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type="ctrTitle"/>
          </p:nvPr>
        </p:nvSpPr>
        <p:spPr>
          <a:xfrm>
            <a:off x="5380073" y="2230072"/>
            <a:ext cx="616688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Georgia"/>
              <a:buNone/>
              <a:defRPr sz="5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5380074" y="3689498"/>
            <a:ext cx="6166883" cy="65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lay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9" name="Google Shape;79;p16"/>
          <p:cNvSpPr txBox="1"/>
          <p:nvPr>
            <p:ph idx="3" type="body"/>
          </p:nvPr>
        </p:nvSpPr>
        <p:spPr>
          <a:xfrm>
            <a:off x="5380074" y="5982776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  <a:defRPr sz="1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AI-generated content may be incorrect."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57" y="696400"/>
            <a:ext cx="2015395" cy="1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F">
  <p:cSld name="Title Slide F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red background&#10;&#10;AI-generated content may be incorrect." id="82" name="Google Shape;8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541980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-1" y="4625164"/>
            <a:ext cx="12192000" cy="223283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>
            <p:ph idx="2" type="pic"/>
          </p:nvPr>
        </p:nvSpPr>
        <p:spPr>
          <a:xfrm>
            <a:off x="9139249" y="5663044"/>
            <a:ext cx="2175600" cy="93155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7"/>
          <p:cNvSpPr txBox="1"/>
          <p:nvPr>
            <p:ph type="ctrTitle"/>
          </p:nvPr>
        </p:nvSpPr>
        <p:spPr>
          <a:xfrm>
            <a:off x="1110015" y="4696075"/>
            <a:ext cx="7608164" cy="11818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Georgia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1110015" y="5856768"/>
            <a:ext cx="7608165" cy="931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Play"/>
              <a:buNone/>
              <a:defRPr sz="32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1099383" y="727571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AI-generated content may be incorrect."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9988" y="701137"/>
            <a:ext cx="2238528" cy="11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2 columns &amp; headers">
  <p:cSld name="K - 2 columns &amp; headers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646800" y="2889956"/>
            <a:ext cx="4968000" cy="326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6577200" y="2889956"/>
            <a:ext cx="4968000" cy="3266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3" type="body"/>
          </p:nvPr>
        </p:nvSpPr>
        <p:spPr>
          <a:xfrm>
            <a:off x="646800" y="2087998"/>
            <a:ext cx="4968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lay"/>
              <a:buNone/>
              <a:defRPr sz="2400">
                <a:solidFill>
                  <a:schemeClr val="accent3"/>
                </a:solidFill>
              </a:defRPr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6577200" y="2087998"/>
            <a:ext cx="4968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lay"/>
              <a:buNone/>
              <a:defRPr sz="2400">
                <a:solidFill>
                  <a:schemeClr val="accent3"/>
                </a:solidFill>
              </a:defRPr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3 columns">
  <p:cSld name="K - 3 columns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646800" y="2087999"/>
            <a:ext cx="3456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8089201" y="2087999"/>
            <a:ext cx="3456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3" type="body"/>
          </p:nvPr>
        </p:nvSpPr>
        <p:spPr>
          <a:xfrm>
            <a:off x="4368001" y="2087999"/>
            <a:ext cx="3456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3 columns &amp; headers">
  <p:cSld name="K - 3 columns &amp; headers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646800" y="2890800"/>
            <a:ext cx="3456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8089201" y="2890800"/>
            <a:ext cx="3456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3" type="body"/>
          </p:nvPr>
        </p:nvSpPr>
        <p:spPr>
          <a:xfrm>
            <a:off x="4368001" y="2890800"/>
            <a:ext cx="34560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46800" y="2087998"/>
            <a:ext cx="34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lay"/>
              <a:buNone/>
              <a:defRPr sz="2400">
                <a:solidFill>
                  <a:schemeClr val="accent3"/>
                </a:solidFill>
              </a:defRPr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5" type="body"/>
          </p:nvPr>
        </p:nvSpPr>
        <p:spPr>
          <a:xfrm>
            <a:off x="4368001" y="2087998"/>
            <a:ext cx="34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lay"/>
              <a:buNone/>
              <a:defRPr sz="2400">
                <a:solidFill>
                  <a:schemeClr val="accent3"/>
                </a:solidFill>
              </a:defRPr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8089201" y="2087998"/>
            <a:ext cx="34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lay"/>
              <a:buNone/>
              <a:defRPr sz="2400">
                <a:solidFill>
                  <a:schemeClr val="accent3"/>
                </a:solidFill>
              </a:defRPr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3 Green">
  <p:cSld name="K - 1/3 Green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>
            <p:ph idx="2" type="pic"/>
          </p:nvPr>
        </p:nvSpPr>
        <p:spPr>
          <a:xfrm>
            <a:off x="4068001" y="0"/>
            <a:ext cx="812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1"/>
          <p:cNvSpPr/>
          <p:nvPr/>
        </p:nvSpPr>
        <p:spPr>
          <a:xfrm>
            <a:off x="0" y="0"/>
            <a:ext cx="4068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Font typeface="Georgia"/>
              <a:buNone/>
              <a:defRPr sz="3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392000" y="647999"/>
            <a:ext cx="7152000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3 Purple">
  <p:cSld name="K - 1/3 Purple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>
            <p:ph idx="2" type="pic"/>
          </p:nvPr>
        </p:nvSpPr>
        <p:spPr>
          <a:xfrm>
            <a:off x="4068001" y="0"/>
            <a:ext cx="812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2"/>
          <p:cNvSpPr/>
          <p:nvPr/>
        </p:nvSpPr>
        <p:spPr>
          <a:xfrm>
            <a:off x="0" y="0"/>
            <a:ext cx="4068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Font typeface="Georgia"/>
              <a:buNone/>
              <a:defRPr sz="3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392000" y="647999"/>
            <a:ext cx="7152000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3 Red">
  <p:cSld name="K - 1/3 Red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/>
          <p:nvPr>
            <p:ph idx="2" type="pic"/>
          </p:nvPr>
        </p:nvSpPr>
        <p:spPr>
          <a:xfrm>
            <a:off x="4068001" y="0"/>
            <a:ext cx="812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3"/>
          <p:cNvSpPr/>
          <p:nvPr/>
        </p:nvSpPr>
        <p:spPr>
          <a:xfrm>
            <a:off x="0" y="0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4392000" y="647999"/>
            <a:ext cx="7152000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3 Beige">
  <p:cSld name="K - 1/3 Beige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>
            <p:ph idx="2" type="pic"/>
          </p:nvPr>
        </p:nvSpPr>
        <p:spPr>
          <a:xfrm>
            <a:off x="4068001" y="0"/>
            <a:ext cx="812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4"/>
          <p:cNvSpPr/>
          <p:nvPr/>
        </p:nvSpPr>
        <p:spPr>
          <a:xfrm>
            <a:off x="0" y="0"/>
            <a:ext cx="406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Font typeface="Georgia"/>
              <a:buNone/>
              <a:defRPr sz="3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4392000" y="647999"/>
            <a:ext cx="7152000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2 Green">
  <p:cSld name="K - 1/2 Green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6095999" y="0"/>
            <a:ext cx="60960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648000" y="2709000"/>
            <a:ext cx="4565684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eorgia"/>
              <a:buNone/>
              <a:defRPr sz="4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577262" y="647999"/>
            <a:ext cx="4966737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2 Purple">
  <p:cSld name="K - 1/2 Purple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/>
          <p:nvPr>
            <p:ph idx="2" type="pic"/>
          </p:nvPr>
        </p:nvSpPr>
        <p:spPr>
          <a:xfrm>
            <a:off x="6095999" y="0"/>
            <a:ext cx="60960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>
            <p:ph type="title"/>
          </p:nvPr>
        </p:nvSpPr>
        <p:spPr>
          <a:xfrm>
            <a:off x="648000" y="2709000"/>
            <a:ext cx="4565684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eorgia"/>
              <a:buNone/>
              <a:defRPr sz="4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577262" y="647999"/>
            <a:ext cx="4966737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2 Red">
  <p:cSld name="K - 1/2 Red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/>
          <p:nvPr>
            <p:ph idx="2" type="pic"/>
          </p:nvPr>
        </p:nvSpPr>
        <p:spPr>
          <a:xfrm>
            <a:off x="6095999" y="0"/>
            <a:ext cx="60960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7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 txBox="1"/>
          <p:nvPr>
            <p:ph type="title"/>
          </p:nvPr>
        </p:nvSpPr>
        <p:spPr>
          <a:xfrm>
            <a:off x="648000" y="2709000"/>
            <a:ext cx="4565684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6577262" y="647999"/>
            <a:ext cx="4966737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2 Beige">
  <p:cSld name="K - 1/2 Beige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>
            <p:ph idx="2" type="pic"/>
          </p:nvPr>
        </p:nvSpPr>
        <p:spPr>
          <a:xfrm>
            <a:off x="6095999" y="0"/>
            <a:ext cx="60960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8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 txBox="1"/>
          <p:nvPr>
            <p:ph type="title"/>
          </p:nvPr>
        </p:nvSpPr>
        <p:spPr>
          <a:xfrm>
            <a:off x="648000" y="2709000"/>
            <a:ext cx="4565684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eorgia"/>
              <a:buNone/>
              <a:defRPr sz="4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6577262" y="647999"/>
            <a:ext cx="4966737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1/2 Rust">
  <p:cSld name="K - 1/2 Rust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/>
          <p:nvPr>
            <p:ph idx="2" type="pic"/>
          </p:nvPr>
        </p:nvSpPr>
        <p:spPr>
          <a:xfrm>
            <a:off x="6095999" y="0"/>
            <a:ext cx="60960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648000" y="2709000"/>
            <a:ext cx="4565684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6577262" y="647999"/>
            <a:ext cx="4966737" cy="5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  <a:defRPr sz="2200"/>
            </a:lvl1pPr>
            <a:lvl2pPr indent="-3683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3pPr>
            <a:lvl4pPr indent="-3683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Char char="̵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Statement Green">
  <p:cSld name="K - Statement Green">
    <p:bg>
      <p:bgPr>
        <a:solidFill>
          <a:schemeClr val="accen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0"/>
          <p:cNvSpPr txBox="1"/>
          <p:nvPr>
            <p:ph type="title"/>
          </p:nvPr>
        </p:nvSpPr>
        <p:spPr>
          <a:xfrm>
            <a:off x="648000" y="3780000"/>
            <a:ext cx="10897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  <a:defRPr sz="6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Statement Purple">
  <p:cSld name="K - Statement Purple">
    <p:bg>
      <p:bgPr>
        <a:solidFill>
          <a:schemeClr val="accen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31"/>
          <p:cNvSpPr txBox="1"/>
          <p:nvPr>
            <p:ph type="title"/>
          </p:nvPr>
        </p:nvSpPr>
        <p:spPr>
          <a:xfrm>
            <a:off x="648000" y="3780000"/>
            <a:ext cx="10897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  <a:defRPr sz="6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Statement Red">
  <p:cSld name="K - Statement Red">
    <p:bg>
      <p:bgPr>
        <a:solidFill>
          <a:schemeClr val="accent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2"/>
          <p:cNvSpPr txBox="1"/>
          <p:nvPr>
            <p:ph type="title"/>
          </p:nvPr>
        </p:nvSpPr>
        <p:spPr>
          <a:xfrm>
            <a:off x="648000" y="3780000"/>
            <a:ext cx="10897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Georgia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Statement Beige">
  <p:cSld name="K - Statement Beige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3"/>
          <p:cNvSpPr txBox="1"/>
          <p:nvPr>
            <p:ph type="title"/>
          </p:nvPr>
        </p:nvSpPr>
        <p:spPr>
          <a:xfrm>
            <a:off x="648000" y="3780000"/>
            <a:ext cx="10897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  <a:defRPr sz="6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 - Statement Rust">
  <p:cSld name="K - Statement Rust">
    <p:bg>
      <p:bgPr>
        <a:solidFill>
          <a:schemeClr val="accent5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648000" y="3780000"/>
            <a:ext cx="10897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Georgia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 - Title and Content" type="obj">
  <p:cSld name="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648000" y="648000"/>
            <a:ext cx="108972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" type="body"/>
          </p:nvPr>
        </p:nvSpPr>
        <p:spPr>
          <a:xfrm>
            <a:off x="648000" y="1825625"/>
            <a:ext cx="10897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 - 2 columns">
  <p:cSld name="D - 2 column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title"/>
          </p:nvPr>
        </p:nvSpPr>
        <p:spPr>
          <a:xfrm>
            <a:off x="648000" y="648000"/>
            <a:ext cx="108972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648000" y="1825625"/>
            <a:ext cx="49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36"/>
          <p:cNvSpPr txBox="1"/>
          <p:nvPr>
            <p:ph idx="2" type="body"/>
          </p:nvPr>
        </p:nvSpPr>
        <p:spPr>
          <a:xfrm>
            <a:off x="6577199" y="1825625"/>
            <a:ext cx="49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 - 2 columns &amp; headers">
  <p:cSld name="D - 2 columns &amp; header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648000" y="648000"/>
            <a:ext cx="108972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648000" y="2414725"/>
            <a:ext cx="4968000" cy="37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2" type="body"/>
          </p:nvPr>
        </p:nvSpPr>
        <p:spPr>
          <a:xfrm>
            <a:off x="6577199" y="2414725"/>
            <a:ext cx="4968000" cy="376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3" type="body"/>
          </p:nvPr>
        </p:nvSpPr>
        <p:spPr>
          <a:xfrm>
            <a:off x="648000" y="1825625"/>
            <a:ext cx="4968000" cy="5092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  <a:defRPr sz="1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4" type="body"/>
          </p:nvPr>
        </p:nvSpPr>
        <p:spPr>
          <a:xfrm>
            <a:off x="6577199" y="1825625"/>
            <a:ext cx="4968000" cy="5092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  <a:defRPr sz="1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 - 3 columns">
  <p:cSld name="D - 3 column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648000" y="648000"/>
            <a:ext cx="108972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1" type="body"/>
          </p:nvPr>
        </p:nvSpPr>
        <p:spPr>
          <a:xfrm>
            <a:off x="648000" y="1825625"/>
            <a:ext cx="3456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8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8"/>
          <p:cNvSpPr txBox="1"/>
          <p:nvPr>
            <p:ph idx="2" type="body"/>
          </p:nvPr>
        </p:nvSpPr>
        <p:spPr>
          <a:xfrm>
            <a:off x="4368600" y="1825625"/>
            <a:ext cx="3456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38"/>
          <p:cNvSpPr txBox="1"/>
          <p:nvPr>
            <p:ph idx="3" type="body"/>
          </p:nvPr>
        </p:nvSpPr>
        <p:spPr>
          <a:xfrm>
            <a:off x="8089200" y="1825625"/>
            <a:ext cx="3456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 - 3 columns &amp; headers">
  <p:cSld name="D - 3 columns &amp; headers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648000" y="648000"/>
            <a:ext cx="108972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9"/>
          <p:cNvSpPr txBox="1"/>
          <p:nvPr>
            <p:ph idx="1" type="body"/>
          </p:nvPr>
        </p:nvSpPr>
        <p:spPr>
          <a:xfrm>
            <a:off x="648000" y="2415600"/>
            <a:ext cx="34560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39"/>
          <p:cNvSpPr txBox="1"/>
          <p:nvPr>
            <p:ph idx="2" type="body"/>
          </p:nvPr>
        </p:nvSpPr>
        <p:spPr>
          <a:xfrm>
            <a:off x="4368600" y="2415600"/>
            <a:ext cx="34560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39"/>
          <p:cNvSpPr txBox="1"/>
          <p:nvPr>
            <p:ph idx="3" type="body"/>
          </p:nvPr>
        </p:nvSpPr>
        <p:spPr>
          <a:xfrm>
            <a:off x="8089200" y="2415600"/>
            <a:ext cx="34560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9"/>
          <p:cNvSpPr txBox="1"/>
          <p:nvPr>
            <p:ph idx="4" type="body"/>
          </p:nvPr>
        </p:nvSpPr>
        <p:spPr>
          <a:xfrm>
            <a:off x="648000" y="1825625"/>
            <a:ext cx="3456000" cy="5092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  <a:defRPr sz="1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9"/>
          <p:cNvSpPr txBox="1"/>
          <p:nvPr>
            <p:ph idx="5" type="body"/>
          </p:nvPr>
        </p:nvSpPr>
        <p:spPr>
          <a:xfrm>
            <a:off x="4368600" y="1825625"/>
            <a:ext cx="3456000" cy="5092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  <a:defRPr sz="1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6" type="body"/>
          </p:nvPr>
        </p:nvSpPr>
        <p:spPr>
          <a:xfrm>
            <a:off x="8089200" y="1825625"/>
            <a:ext cx="3456000" cy="5092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  <a:defRPr sz="1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̵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Green">
  <p:cSld name="Section Header Green">
    <p:bg>
      <p:bgPr>
        <a:solidFill>
          <a:schemeClr val="accen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>
            <p:ph type="title"/>
          </p:nvPr>
        </p:nvSpPr>
        <p:spPr>
          <a:xfrm>
            <a:off x="646800" y="2734282"/>
            <a:ext cx="1089720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  <a:defRPr sz="6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0"/>
          <p:cNvSpPr txBox="1"/>
          <p:nvPr>
            <p:ph idx="1" type="body"/>
          </p:nvPr>
        </p:nvSpPr>
        <p:spPr>
          <a:xfrm>
            <a:off x="646800" y="4589463"/>
            <a:ext cx="10897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Play"/>
              <a:buNone/>
              <a:defRPr sz="2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2000"/>
              <a:buNone/>
              <a:defRPr sz="2000">
                <a:solidFill>
                  <a:srgbClr val="888B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800"/>
              <a:buNone/>
              <a:defRPr sz="1800">
                <a:solidFill>
                  <a:srgbClr val="888B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Red">
  <p:cSld name="Section Header Red">
    <p:bg>
      <p:bgPr>
        <a:solidFill>
          <a:schemeClr val="accent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type="title"/>
          </p:nvPr>
        </p:nvSpPr>
        <p:spPr>
          <a:xfrm>
            <a:off x="646800" y="3648379"/>
            <a:ext cx="10897200" cy="9140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Georgia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idx="1" type="body"/>
          </p:nvPr>
        </p:nvSpPr>
        <p:spPr>
          <a:xfrm>
            <a:off x="646800" y="4589463"/>
            <a:ext cx="10897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2000"/>
              <a:buNone/>
              <a:defRPr sz="2000">
                <a:solidFill>
                  <a:srgbClr val="888B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800"/>
              <a:buNone/>
              <a:defRPr sz="1800">
                <a:solidFill>
                  <a:srgbClr val="888B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9pPr>
          </a:lstStyle>
          <a:p/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Beige">
  <p:cSld name="Section Header Beige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646800" y="2734282"/>
            <a:ext cx="1089720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  <a:defRPr sz="6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2"/>
          <p:cNvSpPr txBox="1"/>
          <p:nvPr>
            <p:ph idx="1" type="body"/>
          </p:nvPr>
        </p:nvSpPr>
        <p:spPr>
          <a:xfrm>
            <a:off x="646800" y="4589463"/>
            <a:ext cx="10897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Play"/>
              <a:buNone/>
              <a:defRPr sz="2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2000"/>
              <a:buNone/>
              <a:defRPr sz="2000">
                <a:solidFill>
                  <a:srgbClr val="888B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800"/>
              <a:buNone/>
              <a:defRPr sz="1800">
                <a:solidFill>
                  <a:srgbClr val="888B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9pPr>
          </a:lstStyle>
          <a:p/>
        </p:txBody>
      </p:sp>
      <p:sp>
        <p:nvSpPr>
          <p:cNvPr id="222" name="Google Shape;222;p42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Rust">
  <p:cSld name="Section Header Rust">
    <p:bg>
      <p:bgPr>
        <a:solidFill>
          <a:schemeClr val="accent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 txBox="1"/>
          <p:nvPr>
            <p:ph type="title"/>
          </p:nvPr>
        </p:nvSpPr>
        <p:spPr>
          <a:xfrm>
            <a:off x="646800" y="3648379"/>
            <a:ext cx="10897200" cy="9140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Georgia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1" type="body"/>
          </p:nvPr>
        </p:nvSpPr>
        <p:spPr>
          <a:xfrm>
            <a:off x="646800" y="4589463"/>
            <a:ext cx="10897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2000"/>
              <a:buNone/>
              <a:defRPr sz="2000">
                <a:solidFill>
                  <a:srgbClr val="888B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800"/>
              <a:buNone/>
              <a:defRPr sz="1800">
                <a:solidFill>
                  <a:srgbClr val="888B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1"/>
              </a:buClr>
              <a:buSzPts val="1600"/>
              <a:buNone/>
              <a:defRPr sz="1600">
                <a:solidFill>
                  <a:srgbClr val="888B91"/>
                </a:solidFill>
              </a:defRPr>
            </a:lvl9pPr>
          </a:lstStyle>
          <a:p/>
        </p:txBody>
      </p:sp>
      <p:sp>
        <p:nvSpPr>
          <p:cNvPr id="226" name="Google Shape;226;p43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48000" y="648000"/>
            <a:ext cx="108972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b="0"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48000" y="1825625"/>
            <a:ext cx="10897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Char char="̵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Char char="̵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"/>
          <p:cNvSpPr txBox="1"/>
          <p:nvPr>
            <p:ph type="ctrTitle"/>
          </p:nvPr>
        </p:nvSpPr>
        <p:spPr>
          <a:xfrm>
            <a:off x="1269507" y="2355789"/>
            <a:ext cx="760816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</a:pPr>
            <a:r>
              <a:t/>
            </a:r>
            <a:endParaRPr/>
          </a:p>
        </p:txBody>
      </p:sp>
      <p:sp>
        <p:nvSpPr>
          <p:cNvPr id="232" name="Google Shape;232;p1"/>
          <p:cNvSpPr txBox="1"/>
          <p:nvPr>
            <p:ph idx="1" type="subTitle"/>
          </p:nvPr>
        </p:nvSpPr>
        <p:spPr>
          <a:xfrm>
            <a:off x="1269506" y="3794052"/>
            <a:ext cx="7608165" cy="104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33" name="Google Shape;233;p1"/>
          <p:cNvSpPr txBox="1"/>
          <p:nvPr>
            <p:ph idx="2" type="body"/>
          </p:nvPr>
        </p:nvSpPr>
        <p:spPr>
          <a:xfrm>
            <a:off x="1269507" y="5735523"/>
            <a:ext cx="3133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34" name="Google Shape;234;p1"/>
          <p:cNvSpPr/>
          <p:nvPr>
            <p:ph idx="3" type="pic"/>
          </p:nvPr>
        </p:nvSpPr>
        <p:spPr>
          <a:xfrm>
            <a:off x="9436964" y="5407858"/>
            <a:ext cx="2175600" cy="9315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">
            <a:hlinkClick action="ppaction://hlinksldjump" r:id="rId3"/>
          </p:cNvPr>
          <p:cNvSpPr/>
          <p:nvPr/>
        </p:nvSpPr>
        <p:spPr>
          <a:xfrm>
            <a:off x="4855611" y="1903610"/>
            <a:ext cx="6873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Topic 2</a:t>
            </a:r>
            <a:endParaRPr/>
          </a:p>
        </p:txBody>
      </p:sp>
      <p:sp>
        <p:nvSpPr>
          <p:cNvPr id="240" name="Google Shape;240;p2">
            <a:hlinkClick action="ppaction://hlinksldjump" r:id="rId4"/>
          </p:cNvPr>
          <p:cNvSpPr/>
          <p:nvPr/>
        </p:nvSpPr>
        <p:spPr>
          <a:xfrm>
            <a:off x="4392001" y="1903610"/>
            <a:ext cx="400110" cy="4001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/>
          </a:p>
        </p:txBody>
      </p:sp>
      <p:sp>
        <p:nvSpPr>
          <p:cNvPr id="241" name="Google Shape;241;p2"/>
          <p:cNvSpPr/>
          <p:nvPr/>
        </p:nvSpPr>
        <p:spPr>
          <a:xfrm>
            <a:off x="4855611" y="1440000"/>
            <a:ext cx="6689590" cy="40011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76200" lIns="0" spcFirstLastPara="1" rIns="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" name="Google Shape;242;p2">
            <a:hlinkClick action="ppaction://hlinksldjump" r:id="rId5"/>
          </p:cNvPr>
          <p:cNvSpPr/>
          <p:nvPr/>
        </p:nvSpPr>
        <p:spPr>
          <a:xfrm>
            <a:off x="4855611" y="1440000"/>
            <a:ext cx="6873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Topic 1</a:t>
            </a:r>
            <a:endParaRPr/>
          </a:p>
        </p:txBody>
      </p:sp>
      <p:sp>
        <p:nvSpPr>
          <p:cNvPr id="243" name="Google Shape;243;p2">
            <a:hlinkClick action="ppaction://hlinksldjump" r:id="rId6"/>
          </p:cNvPr>
          <p:cNvSpPr/>
          <p:nvPr/>
        </p:nvSpPr>
        <p:spPr>
          <a:xfrm>
            <a:off x="4392001" y="1440000"/>
            <a:ext cx="400110" cy="4001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244" name="Google Shape;244;p2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245" name="Google Shape;245;p2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"/>
          <p:cNvSpPr txBox="1"/>
          <p:nvPr>
            <p:ph idx="1" type="body"/>
          </p:nvPr>
        </p:nvSpPr>
        <p:spPr>
          <a:xfrm>
            <a:off x="646800" y="2087999"/>
            <a:ext cx="108972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51" name="Google Shape;251;p3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</a:pPr>
            <a:r>
              <a:t/>
            </a:r>
            <a:endParaRPr/>
          </a:p>
        </p:txBody>
      </p:sp>
      <p:sp>
        <p:nvSpPr>
          <p:cNvPr id="252" name="Google Shape;252;p3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"/>
          <p:cNvSpPr/>
          <p:nvPr/>
        </p:nvSpPr>
        <p:spPr>
          <a:xfrm>
            <a:off x="4855611" y="1903610"/>
            <a:ext cx="6689590" cy="40011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76200" lIns="0" spcFirstLastPara="1" rIns="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8" name="Google Shape;258;p4">
            <a:hlinkClick action="ppaction://hlinksldjump" r:id="rId3"/>
          </p:cNvPr>
          <p:cNvSpPr/>
          <p:nvPr/>
        </p:nvSpPr>
        <p:spPr>
          <a:xfrm>
            <a:off x="4855611" y="1903610"/>
            <a:ext cx="6873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Topic 2</a:t>
            </a:r>
            <a:endParaRPr/>
          </a:p>
        </p:txBody>
      </p:sp>
      <p:sp>
        <p:nvSpPr>
          <p:cNvPr id="259" name="Google Shape;259;p4">
            <a:hlinkClick action="ppaction://hlinksldjump" r:id="rId4"/>
          </p:cNvPr>
          <p:cNvSpPr/>
          <p:nvPr/>
        </p:nvSpPr>
        <p:spPr>
          <a:xfrm>
            <a:off x="4392001" y="1903610"/>
            <a:ext cx="400110" cy="4001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/>
          </a:p>
        </p:txBody>
      </p:sp>
      <p:sp>
        <p:nvSpPr>
          <p:cNvPr id="260" name="Google Shape;260;p4">
            <a:hlinkClick action="ppaction://hlinksldjump" r:id="rId5"/>
          </p:cNvPr>
          <p:cNvSpPr/>
          <p:nvPr/>
        </p:nvSpPr>
        <p:spPr>
          <a:xfrm>
            <a:off x="4855611" y="1440000"/>
            <a:ext cx="6873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Topic 1</a:t>
            </a:r>
            <a:endParaRPr/>
          </a:p>
        </p:txBody>
      </p:sp>
      <p:sp>
        <p:nvSpPr>
          <p:cNvPr id="261" name="Google Shape;261;p4">
            <a:hlinkClick action="ppaction://hlinksldjump" r:id="rId6"/>
          </p:cNvPr>
          <p:cNvSpPr/>
          <p:nvPr/>
        </p:nvSpPr>
        <p:spPr>
          <a:xfrm>
            <a:off x="4392001" y="1440000"/>
            <a:ext cx="400110" cy="4001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262" name="Google Shape;262;p4"/>
          <p:cNvSpPr txBox="1"/>
          <p:nvPr>
            <p:ph type="title"/>
          </p:nvPr>
        </p:nvSpPr>
        <p:spPr>
          <a:xfrm>
            <a:off x="648000" y="2709000"/>
            <a:ext cx="309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263" name="Google Shape;263;p4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"/>
          <p:cNvSpPr txBox="1"/>
          <p:nvPr>
            <p:ph idx="1" type="body"/>
          </p:nvPr>
        </p:nvSpPr>
        <p:spPr>
          <a:xfrm>
            <a:off x="646800" y="2087999"/>
            <a:ext cx="4968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 txBox="1"/>
          <p:nvPr>
            <p:ph type="title"/>
          </p:nvPr>
        </p:nvSpPr>
        <p:spPr>
          <a:xfrm>
            <a:off x="648000" y="648000"/>
            <a:ext cx="10897200" cy="47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rgia"/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5"/>
          <p:cNvSpPr txBox="1"/>
          <p:nvPr>
            <p:ph idx="2" type="body"/>
          </p:nvPr>
        </p:nvSpPr>
        <p:spPr>
          <a:xfrm>
            <a:off x="6577200" y="2087999"/>
            <a:ext cx="4968000" cy="406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 txBox="1"/>
          <p:nvPr>
            <p:ph type="title"/>
          </p:nvPr>
        </p:nvSpPr>
        <p:spPr>
          <a:xfrm>
            <a:off x="646800" y="2734282"/>
            <a:ext cx="1089720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600"/>
              <a:buFont typeface="Georgia"/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 txBox="1"/>
          <p:nvPr>
            <p:ph idx="1" type="body"/>
          </p:nvPr>
        </p:nvSpPr>
        <p:spPr>
          <a:xfrm>
            <a:off x="646800" y="4589463"/>
            <a:ext cx="10897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 txBox="1"/>
          <p:nvPr>
            <p:ph idx="12" type="sldNum"/>
          </p:nvPr>
        </p:nvSpPr>
        <p:spPr>
          <a:xfrm>
            <a:off x="11185200" y="6477896"/>
            <a:ext cx="360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Numa Collective">
  <a:themeElements>
    <a:clrScheme name="Numa Collective">
      <a:dk1>
        <a:srgbClr val="0E2841"/>
      </a:dk1>
      <a:lt1>
        <a:srgbClr val="F3F0EB"/>
      </a:lt1>
      <a:dk2>
        <a:srgbClr val="000000"/>
      </a:dk2>
      <a:lt2>
        <a:srgbClr val="FFFFFF"/>
      </a:lt2>
      <a:accent1>
        <a:srgbClr val="009B81"/>
      </a:accent1>
      <a:accent2>
        <a:srgbClr val="8FA1FF"/>
      </a:accent2>
      <a:accent3>
        <a:srgbClr val="FF562C"/>
      </a:accent3>
      <a:accent4>
        <a:srgbClr val="C0A883"/>
      </a:accent4>
      <a:accent5>
        <a:srgbClr val="943C31"/>
      </a:accent5>
      <a:accent6>
        <a:srgbClr val="C6C6D0"/>
      </a:accent6>
      <a:hlink>
        <a:srgbClr val="943C31"/>
      </a:hlink>
      <a:folHlink>
        <a:srgbClr val="8FA1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2025-03-04T17:46:32Z</dcterms:created>
  <dc:creator>Pieter Coucke</dc:creator>
</cp:coreProperties>
</file>